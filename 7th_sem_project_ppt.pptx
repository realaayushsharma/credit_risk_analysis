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0.jpg" id="85" name="Google Shape;85;p13"/>
          <p:cNvPicPr preferRelativeResize="0"/>
          <p:nvPr/>
        </p:nvPicPr>
        <p:blipFill rotWithShape="1">
          <a:blip r:embed="rId3">
            <a:alphaModFix/>
          </a:blip>
          <a:srcRect b="26232" l="12005" r="18151" t="27114"/>
          <a:stretch/>
        </p:blipFill>
        <p:spPr>
          <a:xfrm>
            <a:off x="-967325" y="-48637"/>
            <a:ext cx="11691875" cy="69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53650" y="2748450"/>
            <a:ext cx="74094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22BDA70050 - Aayush Sharma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22BDA70067 - Abhiraj Singh Dodiya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22BDA70082 - Om Kumar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22BDA70083 - Lakshmi Sharma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.jp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3.jp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4.jpg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5.jpg"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6.jpg"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7.jpg" id="122" name="Google Shape;1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8.jpg"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9.jpg" id="134" name="Google Shape;1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0.jpg" id="140" name="Google Shape;1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1.jpg" id="146" name="Google Shape;1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2.jpg" id="152" name="Google Shape;1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3.jpg" id="158" name="Google Shape;1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4.jpg" id="164" name="Google Shape;1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5.jpg" id="170" name="Google Shape;1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6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7.jpg" id="182" name="Google Shape;1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8.jpg" id="188" name="Google Shape;18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9.jpg" id="194" name="Google Shape;19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20.jpg" id="200" name="Google Shape;20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25.jpg" id="206" name="Google Shape;2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26.jpg" id="212" name="Google Shape;21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27.jpg" id="218" name="Google Shape;21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28.jpg" id="224" name="Google Shape;2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29.jpg" id="230" name="Google Shape;23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30.jpg" id="236" name="Google Shape;23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32.jpg" id="242" name="Google Shape;24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33.jpg" id="248" name="Google Shape;2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34.jpg" id="254" name="Google Shape;25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40.jpg" id="260" name="Google Shape;26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43.jpg" id="266" name="Google Shape;26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48.jpg" id="272" name="Google Shape;27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4"/>
          <p:cNvSpPr txBox="1"/>
          <p:nvPr/>
        </p:nvSpPr>
        <p:spPr>
          <a:xfrm>
            <a:off x="779700" y="1660500"/>
            <a:ext cx="10716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THANK YOU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